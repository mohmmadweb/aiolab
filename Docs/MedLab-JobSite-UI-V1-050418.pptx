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 Daneshvaran" userId="8530554dece129a8" providerId="LiveId" clId="{DD54551D-5F53-44B1-8EED-8BD60DE25DBF}"/>
    <pc:docChg chg="undo custSel delSld modSld">
      <pc:chgData name="Arman Daneshvaran" userId="8530554dece129a8" providerId="LiveId" clId="{DD54551D-5F53-44B1-8EED-8BD60DE25DBF}" dt="2026-07-11T10:50:40.958" v="918" actId="47"/>
      <pc:docMkLst>
        <pc:docMk/>
      </pc:docMkLst>
      <pc:sldChg chg="del">
        <pc:chgData name="Arman Daneshvaran" userId="8530554dece129a8" providerId="LiveId" clId="{DD54551D-5F53-44B1-8EED-8BD60DE25DBF}" dt="2026-07-11T10:50:38.418" v="917" actId="47"/>
        <pc:sldMkLst>
          <pc:docMk/>
          <pc:sldMk cId="4062743855" sldId="256"/>
        </pc:sldMkLst>
      </pc:sldChg>
      <pc:sldChg chg="modSp mod">
        <pc:chgData name="Arman Daneshvaran" userId="8530554dece129a8" providerId="LiveId" clId="{DD54551D-5F53-44B1-8EED-8BD60DE25DBF}" dt="2026-07-10T10:07:55.402" v="916" actId="20577"/>
        <pc:sldMkLst>
          <pc:docMk/>
          <pc:sldMk cId="1816511271" sldId="257"/>
        </pc:sldMkLst>
        <pc:graphicFrameChg chg="mod modGraphic">
          <ac:chgData name="Arman Daneshvaran" userId="8530554dece129a8" providerId="LiveId" clId="{DD54551D-5F53-44B1-8EED-8BD60DE25DBF}" dt="2026-07-10T10:07:55.402" v="916" actId="20577"/>
          <ac:graphicFrameMkLst>
            <pc:docMk/>
            <pc:sldMk cId="1816511271" sldId="257"/>
            <ac:graphicFrameMk id="4" creationId="{0E88A167-A378-E78D-EC6A-B828E63682F0}"/>
          </ac:graphicFrameMkLst>
        </pc:graphicFrameChg>
      </pc:sldChg>
      <pc:sldChg chg="del">
        <pc:chgData name="Arman Daneshvaran" userId="8530554dece129a8" providerId="LiveId" clId="{DD54551D-5F53-44B1-8EED-8BD60DE25DBF}" dt="2026-07-11T10:50:40.958" v="918" actId="47"/>
        <pc:sldMkLst>
          <pc:docMk/>
          <pc:sldMk cId="3120474093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0AA95-E760-0720-B660-715C364A7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B32DF-F4CA-7CFD-E9BB-FB47BA77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94B4-2C0F-5FE6-4FE4-6BBEED92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C22B6-380B-47F2-FE13-C760F355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752ED-5373-8BE6-6609-0017E1B8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5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980-412A-06E5-FC2D-3ADE4209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B99BD-51FB-A3E6-63A0-50982998C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2170-8F85-0562-0C02-CCF68C7F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23CE1-CF0B-29BF-E295-9FB42658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D44E-66F1-73DA-6E30-575892EB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6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334E-4F95-33B3-0E2A-09FB200B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369E8-F7AB-27FD-527A-FADF1711C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B014-DAC8-7DCC-BDC3-81125E84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B30FC-4A29-16B5-40C6-12AA917C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A53D-77F9-9925-475D-4956DF85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7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073A-6A33-5B8C-826E-3962327B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09BE6-2928-E466-FA14-D7C76176B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CACB5-229A-39D1-0535-99A559AC1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8C605-3769-717A-BE59-5E068CF6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C0AD6-E832-ECAA-EE99-4A9BFAB3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C222D-2452-53C0-296A-F7264F2D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F49E-33E8-1BBA-1115-3CED54E1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E0383-DB57-4FD6-4106-7F0863777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45752-54BA-7AA2-EE93-AB56DE081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60065-BA88-B2B7-CF43-AD5441E6E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97135-3C5E-8ADB-FD70-BF3607D28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B98F9-759A-2C79-1794-3FC6F291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53028-BA3D-BEFD-50A1-827F97C3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70DDD-12DA-FD10-BB8B-0CDC06CC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1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7ECF-1D2A-224A-D8E2-58F8C88C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748EB-6CDA-1531-CCA5-90F1D050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FE284-9305-BBFC-1F25-F1655338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A2E4D-3CBA-6F6F-6A89-ED4ED9B9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9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13E21-DA31-7B5E-24F5-5352F4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AC550-212D-D482-A3EA-35F7DF9D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3FE7B-43FD-C5A8-5954-C52E9DDB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5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E971-357F-D721-6D2D-6170D8E5E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A3F66-D723-0C2D-DAE8-6E5881706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BF876-C90D-7F5E-A040-959503E98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EA37-A554-378F-2B2F-3969AA69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56ADF-50EA-F543-3B66-2BCBBAD3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B3FC8-0885-EE9B-E2CA-1139C38A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4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0369-EBC4-7A5F-5EB5-A1BBC029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93C17-8146-5F33-EDEA-B73310435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D5973-F024-5FB3-45B3-F1626AB6D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952C-AB0C-EEA2-6025-81F1C21F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C3597-84E7-179E-87E2-C64606A0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0C6A8-AD87-0FB7-3C4B-3CD0B655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4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BEAB-158F-1445-B0DD-37CB74E6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6A86E-281C-29C6-0116-5F5155176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9565-9277-A2D1-55BB-60940B4A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AA3C-234C-F423-3D18-0F99A1E7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2352-DD65-87D9-BD61-4500CF63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6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3F4C1-B946-2C97-8EAE-6CCCCE6A4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D7454-02BF-B4BA-0B6D-4EA3F71FF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2DCE-7156-1211-C976-C7C8EBACC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460D-AE42-66A0-FEAD-4D3B6F6F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EC8FD-EE20-D641-726F-7D96BEE4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2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F9DA5-575B-3AF8-56DB-707147A0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F591B-A9C9-6781-2B55-ECFDB0B6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0955-C62B-2579-0F33-6909C6FF9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88BB9-3D10-4132-8C3B-3B5534E4C092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0196-1C74-52EC-8DB1-37DE6E6F4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D3E1-DF66-87D1-FD78-6D02AAD4C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A17A0-F100-4D45-86C0-A75A78840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6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88A167-A378-E78D-EC6A-B828E6368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264533"/>
              </p:ext>
            </p:extLst>
          </p:nvPr>
        </p:nvGraphicFramePr>
        <p:xfrm>
          <a:off x="192827" y="1134602"/>
          <a:ext cx="11887201" cy="47548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1068018">
                  <a:extLst>
                    <a:ext uri="{9D8B030D-6E8A-4147-A177-3AD203B41FA5}">
                      <a16:colId xmlns:a16="http://schemas.microsoft.com/office/drawing/2014/main" val="1678043786"/>
                    </a:ext>
                  </a:extLst>
                </a:gridCol>
                <a:gridCol w="979016">
                  <a:extLst>
                    <a:ext uri="{9D8B030D-6E8A-4147-A177-3AD203B41FA5}">
                      <a16:colId xmlns:a16="http://schemas.microsoft.com/office/drawing/2014/main" val="2559272416"/>
                    </a:ext>
                  </a:extLst>
                </a:gridCol>
                <a:gridCol w="966510">
                  <a:extLst>
                    <a:ext uri="{9D8B030D-6E8A-4147-A177-3AD203B41FA5}">
                      <a16:colId xmlns:a16="http://schemas.microsoft.com/office/drawing/2014/main" val="256536935"/>
                    </a:ext>
                  </a:extLst>
                </a:gridCol>
                <a:gridCol w="1298695">
                  <a:extLst>
                    <a:ext uri="{9D8B030D-6E8A-4147-A177-3AD203B41FA5}">
                      <a16:colId xmlns:a16="http://schemas.microsoft.com/office/drawing/2014/main" val="1357398297"/>
                    </a:ext>
                  </a:extLst>
                </a:gridCol>
                <a:gridCol w="1328376">
                  <a:extLst>
                    <a:ext uri="{9D8B030D-6E8A-4147-A177-3AD203B41FA5}">
                      <a16:colId xmlns:a16="http://schemas.microsoft.com/office/drawing/2014/main" val="3122525941"/>
                    </a:ext>
                  </a:extLst>
                </a:gridCol>
                <a:gridCol w="1068018">
                  <a:extLst>
                    <a:ext uri="{9D8B030D-6E8A-4147-A177-3AD203B41FA5}">
                      <a16:colId xmlns:a16="http://schemas.microsoft.com/office/drawing/2014/main" val="1806110639"/>
                    </a:ext>
                  </a:extLst>
                </a:gridCol>
                <a:gridCol w="1068018">
                  <a:extLst>
                    <a:ext uri="{9D8B030D-6E8A-4147-A177-3AD203B41FA5}">
                      <a16:colId xmlns:a16="http://schemas.microsoft.com/office/drawing/2014/main" val="3610170741"/>
                    </a:ext>
                  </a:extLst>
                </a:gridCol>
                <a:gridCol w="1030837">
                  <a:extLst>
                    <a:ext uri="{9D8B030D-6E8A-4147-A177-3AD203B41FA5}">
                      <a16:colId xmlns:a16="http://schemas.microsoft.com/office/drawing/2014/main" val="3190400151"/>
                    </a:ext>
                  </a:extLst>
                </a:gridCol>
                <a:gridCol w="890015">
                  <a:extLst>
                    <a:ext uri="{9D8B030D-6E8A-4147-A177-3AD203B41FA5}">
                      <a16:colId xmlns:a16="http://schemas.microsoft.com/office/drawing/2014/main" val="2381264063"/>
                    </a:ext>
                  </a:extLst>
                </a:gridCol>
                <a:gridCol w="1122892">
                  <a:extLst>
                    <a:ext uri="{9D8B030D-6E8A-4147-A177-3AD203B41FA5}">
                      <a16:colId xmlns:a16="http://schemas.microsoft.com/office/drawing/2014/main" val="1942046035"/>
                    </a:ext>
                  </a:extLst>
                </a:gridCol>
                <a:gridCol w="265794">
                  <a:extLst>
                    <a:ext uri="{9D8B030D-6E8A-4147-A177-3AD203B41FA5}">
                      <a16:colId xmlns:a16="http://schemas.microsoft.com/office/drawing/2014/main" val="3309749418"/>
                    </a:ext>
                  </a:extLst>
                </a:gridCol>
                <a:gridCol w="801012">
                  <a:extLst>
                    <a:ext uri="{9D8B030D-6E8A-4147-A177-3AD203B41FA5}">
                      <a16:colId xmlns:a16="http://schemas.microsoft.com/office/drawing/2014/main" val="144743192"/>
                    </a:ext>
                  </a:extLst>
                </a:gridCol>
              </a:tblGrid>
              <a:tr h="640080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600" dirty="0">
                          <a:latin typeface="Sahel Black" panose="020B0603030804020204" pitchFamily="34" charset="-78"/>
                          <a:cs typeface="Sahel Black" panose="020B0603030804020204" pitchFamily="34" charset="-78"/>
                        </a:rPr>
                        <a:t>منوها</a:t>
                      </a:r>
                      <a:endParaRPr lang="en-US" sz="1600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خانه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فرصت‌های شغلی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رزومه حرفه‌ای من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آزمایشگاه‌های عضو پلتفرم 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در آزمایشگاه چه می‌گذرد؟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آموزش و رشد حرفه‌ای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جامعه آزمایشگاهی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ثبت‌نام/ ورود کارجو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ورود آزمایشگاه/ ثبت آگهی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آیکن پیام ادمین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808058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همراه لوگو و نام پلتفرم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لیست آگهی‌های استخدام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رزومه‌ساز و دسترسی به پروفایل کارجو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پروفایل آزمایشگاه‌ها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نسخ مجله خبری ادمین پلتفرم</a:t>
                      </a:r>
                      <a:endParaRPr lang="en-US" sz="105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رویدادها و دوره‌های آموزشی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شبکه اجتماعی درون پلتفرم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آیکن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آیکن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آیکن + تعداد پیام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39528352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600" dirty="0">
                          <a:latin typeface="Sahel Black" panose="020B0603030804020204" pitchFamily="34" charset="-78"/>
                          <a:cs typeface="Sahel Black" panose="020B0603030804020204" pitchFamily="34" charset="-78"/>
                        </a:rPr>
                        <a:t>جستجوی فرصت‌های شغلی</a:t>
                      </a:r>
                      <a:endParaRPr lang="en-US" sz="1600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8F8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دکمه شروع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برندینگ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شهر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دسته‌بندی مشاغل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شرح شغل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دکمه جستجو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تصویر یا نماد</a:t>
                      </a:r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400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451214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هدایت کارجو به فرآیند ثبت‌نام</a:t>
                      </a:r>
                      <a:r>
                        <a:rPr lang="en-US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&lt;-</a:t>
                      </a: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 ایجاد رزومه </a:t>
                      </a:r>
                      <a:r>
                        <a:rPr lang="en-US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&lt;- </a:t>
                      </a: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مسیر ارتقاء شغلی یا آگهی‌های استخدام مرتبط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fa-IR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نام پلتفرم + شعار تبلیغاتی برای آزمایشگاه و کارجو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لیست شهرهای موجود در پلتفرم + گزینه دورکار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لیست دسته‌بندی مشاغل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درج شرح شغل به صورت متن</a:t>
                      </a:r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cs typeface="Sahel" panose="020B0603030804020204" pitchFamily="34" charset="-78"/>
                        </a:rPr>
                        <a:t>جستجو با مقادیر + اگر فیلترها خالی بود، نمایش صفحه فرصت‌های شغلی + وجود متن راهنما در تمامی فیلترها با فونت کم رنگ + رعایت صفحه‌بندی داده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ahel" panose="020B0603030804020204" pitchFamily="34" charset="-78"/>
                          <a:ea typeface="+mn-ea"/>
                          <a:cs typeface="Sahel" panose="020B0603030804020204" pitchFamily="34" charset="-78"/>
                        </a:rPr>
                        <a:t>تصویر محو یا نماد مرتبط با پلتفرم</a:t>
                      </a:r>
                      <a:endParaRPr lang="en-US" sz="1100" kern="12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ea typeface="+mn-ea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en-US" sz="11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5311313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en-US" sz="1600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75561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en-US" sz="1600" dirty="0">
                        <a:latin typeface="Sahel Black" panose="020B0603030804020204" pitchFamily="34" charset="-78"/>
                        <a:cs typeface="Sahel Black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en-US" dirty="0">
                        <a:latin typeface="Sahel" panose="020B0603030804020204" pitchFamily="34" charset="-78"/>
                        <a:cs typeface="Sahel" panose="020B0603030804020204" pitchFamily="34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260126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8F5E908-37D2-B696-F63D-457EA21F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650"/>
            <a:ext cx="12192000" cy="640080"/>
          </a:xfrm>
          <a:solidFill>
            <a:schemeClr val="tx2">
              <a:lumMod val="10000"/>
              <a:lumOff val="90000"/>
            </a:schemeClr>
          </a:solidFill>
        </p:spPr>
        <p:txBody>
          <a:bodyPr tIns="182880" rIns="274320">
            <a:normAutofit/>
          </a:bodyPr>
          <a:lstStyle/>
          <a:p>
            <a:pPr algn="r" rtl="1"/>
            <a:r>
              <a:rPr lang="fa-IR" sz="2800" dirty="0">
                <a:latin typeface="Sahel Black" panose="020B0603030804020204" pitchFamily="34" charset="-78"/>
                <a:cs typeface="Sahel Black" panose="020B0603030804020204" pitchFamily="34" charset="-78"/>
              </a:rPr>
              <a:t>صفحه خانگی کارجویان</a:t>
            </a:r>
            <a:endParaRPr lang="en-US" sz="2800" dirty="0">
              <a:latin typeface="Sahel Black" panose="020B0603030804020204" pitchFamily="34" charset="-78"/>
              <a:cs typeface="Sahel Black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1651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164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Sahel</vt:lpstr>
      <vt:lpstr>Sahel Black</vt:lpstr>
      <vt:lpstr>Office Theme</vt:lpstr>
      <vt:lpstr>صفحه خانگی کارجویان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 Daneshvaran</dc:creator>
  <cp:lastModifiedBy>Arman Daneshvaran</cp:lastModifiedBy>
  <cp:revision>1</cp:revision>
  <dcterms:created xsi:type="dcterms:W3CDTF">2026-07-10T07:57:54Z</dcterms:created>
  <dcterms:modified xsi:type="dcterms:W3CDTF">2026-07-11T10:50:42Z</dcterms:modified>
</cp:coreProperties>
</file>